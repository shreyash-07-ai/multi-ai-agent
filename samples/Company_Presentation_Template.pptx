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NEXORA DIGITAL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Generative AI Strategy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Business context</a:t>
            </a:r>
          </a:p>
          <a:p>
            <a:pPr>
              <a:defRPr sz="2200"/>
            </a:pPr>
            <a:r>
              <a:t>AI opportunities</a:t>
            </a:r>
          </a:p>
          <a:p>
            <a:pPr>
              <a:defRPr sz="2200"/>
            </a:pPr>
            <a:r>
              <a:t>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Knowledge work is fragmented</a:t>
            </a:r>
          </a:p>
          <a:p>
            <a:pPr>
              <a:defRPr sz="2200"/>
            </a:pPr>
            <a:r>
              <a:t>Proposal creation is repetitive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Enterprise search</a:t>
            </a:r>
          </a:p>
          <a:p>
            <a:pPr>
              <a:defRPr sz="2200"/>
            </a:pPr>
            <a:r>
              <a:t>Content generation</a:t>
            </a:r>
          </a:p>
          <a:p>
            <a:pPr>
              <a:defRPr sz="2200"/>
            </a:pPr>
            <a:r>
              <a:t>Decision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